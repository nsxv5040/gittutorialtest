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C6F9-A216-4205-A023-3506EC1B6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6F6C09-139D-4BE4-9284-1AA5CFCDD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D5EB2-CD3A-47BC-B012-96E6EA89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3E5B-FFB3-44F6-9834-44A67064BDFC}" type="datetimeFigureOut">
              <a:rPr lang="en-IN" smtClean="0"/>
              <a:t>2022-03-11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A8B17-912F-4AE4-B8F1-B2F0765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0FDE2-16FB-4126-B99D-4B63B97B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2AA8A-8E2D-4269-B158-BA4BAD33A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920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E495-663B-4DCF-A66D-C6CF27A09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92591-424A-4EEC-95B1-B3EF994FB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C2B42-6DBB-4133-9BD8-C40B7904A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3E5B-FFB3-44F6-9834-44A67064BDFC}" type="datetimeFigureOut">
              <a:rPr lang="en-IN" smtClean="0"/>
              <a:t>2022-03-11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982E4-13CB-450C-AAF9-15FCD6BB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D6328-E724-4368-BDBB-0470A6BB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2AA8A-8E2D-4269-B158-BA4BAD33A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513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A9E32-6826-4817-8ED4-338FABDEB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14B57-B634-4F04-B9DD-924B22493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84CC-7544-42DF-B983-E0D9EE1C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3E5B-FFB3-44F6-9834-44A67064BDFC}" type="datetimeFigureOut">
              <a:rPr lang="en-IN" smtClean="0"/>
              <a:t>2022-03-11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33EF9-AB28-46FA-B876-64F0B6032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FF132-2751-4AEF-B3AC-47C8777E8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2AA8A-8E2D-4269-B158-BA4BAD33A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69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70F0F-69A7-4C4B-BB9A-49CFD5697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8373F-158B-4DBD-B063-7145CA23C9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9C219-11DD-49B5-9AE2-A09CCCFDE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BC597-E34E-44C6-9C95-3FACE6B94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3E5B-FFB3-44F6-9834-44A67064BDFC}" type="datetimeFigureOut">
              <a:rPr lang="en-IN" smtClean="0"/>
              <a:t>2022-03-11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3EB33-6F0D-4E7C-AE3F-0237C373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05479-D3FA-4931-BF49-6E6E23C3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2AA8A-8E2D-4269-B158-BA4BAD33A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23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5F941-F00B-4444-BE22-E8500F995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9BBEC-1D77-488E-BEA6-F7E1E3B9C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0C84A-AC6A-4A26-9026-AE957C217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6501D8-B04C-4657-AF3A-BE7817FB05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A338B-5A58-4BF7-B1DA-F0FEB2A11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76B9E7-B453-43C6-A617-9F015FFC2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3E5B-FFB3-44F6-9834-44A67064BDFC}" type="datetimeFigureOut">
              <a:rPr lang="en-IN" smtClean="0"/>
              <a:t>2022-03-11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D124B7-2A4A-4DC5-80EE-07970F9AF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284347-D99A-48A1-ADFE-05A6FC639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2AA8A-8E2D-4269-B158-BA4BAD33A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373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DFC3B-9313-459D-AEF8-B1D2CA9A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1657A7-0EFF-4592-A660-8E4A1A3B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3E5B-FFB3-44F6-9834-44A67064BDFC}" type="datetimeFigureOut">
              <a:rPr lang="en-IN" smtClean="0"/>
              <a:t>2022-03-11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664E8-341A-4EED-B9A1-B736E3D37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56004-CAE1-40E8-B7A6-F8641BF3E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2AA8A-8E2D-4269-B158-BA4BAD33A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796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432482-96E7-4EAC-B9E7-4F1FDB29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3E5B-FFB3-44F6-9834-44A67064BDFC}" type="datetimeFigureOut">
              <a:rPr lang="en-IN" smtClean="0"/>
              <a:t>2022-03-11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E4043F-1B33-48E7-B68F-6C7D7EFFF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659E2-94D4-4DB9-90B5-AA7B557EF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2AA8A-8E2D-4269-B158-BA4BAD33A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479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FB4B3-678F-4F4F-BD31-24EDF3638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13C00-DD17-4237-857F-9DF53DEEF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A6761E-CAE4-4538-96CE-6187CBBCB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254D8-4790-41D4-AE82-6FDCF287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3E5B-FFB3-44F6-9834-44A67064BDFC}" type="datetimeFigureOut">
              <a:rPr lang="en-IN" smtClean="0"/>
              <a:t>2022-03-11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FFD2B-8D0A-495C-B9AF-7383F14E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3A3F1-2C4B-4B81-A486-C03A2990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2AA8A-8E2D-4269-B158-BA4BAD33A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87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11966-E257-4735-AA0E-FAD2AEB91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EC726-3DDB-425B-92BA-17038C887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EB062-3415-4EDB-AA60-E46F3C6B7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82A0C-17AE-4CF7-BB04-CD7C9360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3E5B-FFB3-44F6-9834-44A67064BDFC}" type="datetimeFigureOut">
              <a:rPr lang="en-IN" smtClean="0"/>
              <a:t>2022-03-11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FE0D7-1426-4996-8ADD-51E80BCE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5BA83-983D-432E-8377-FE40436B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2AA8A-8E2D-4269-B158-BA4BAD33A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63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5FE5-DA6F-4BD6-98A7-5EDB3041F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6C397-C82B-4922-8A7F-B7F51D48C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5B08B-3C69-455E-99D1-974223EE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3E5B-FFB3-44F6-9834-44A67064BDFC}" type="datetimeFigureOut">
              <a:rPr lang="en-IN" smtClean="0"/>
              <a:t>2022-03-11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E1784-3302-4E27-AB53-EC9605E5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BF12A-4D8A-4618-8046-E01DFDA9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2AA8A-8E2D-4269-B158-BA4BAD33A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414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113162-8EC5-43D6-8BC1-E1BA111E0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D8901-9E10-409B-B763-268027831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A8ADE-148A-4296-96C4-48973A1E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03E5B-FFB3-44F6-9834-44A67064BDFC}" type="datetimeFigureOut">
              <a:rPr lang="en-IN" smtClean="0"/>
              <a:t>2022-03-11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B3848-52B3-4DDF-A64E-B27FBF72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925F5-00C5-4704-B0F8-A4402C29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2AA8A-8E2D-4269-B158-BA4BAD33AE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28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15AF7E-1671-4E3C-8F41-A11F412DE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4E0C3-BC4C-4862-8AFD-6401200C5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E07A7-E473-4298-9E93-09DC00214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03E5B-FFB3-44F6-9834-44A67064BDFC}" type="datetimeFigureOut">
              <a:rPr lang="en-IN" smtClean="0"/>
              <a:t>2022-03-11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8C3CC-A86A-419D-9E74-1CB4CB1254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1A2CE-2227-4DF3-B421-4FA757A2B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2AA8A-8E2D-4269-B158-BA4BAD33AE6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MSIPCMContentMarking" descr="{&quot;HashCode&quot;:-309203560,&quot;Placement&quot;:&quot;Footer&quot;,&quot;Top&quot;:523.8,&quot;Left&quot;:435.058655,&quot;SlideWidth&quot;:960,&quot;SlideHeight&quot;:540}">
            <a:extLst>
              <a:ext uri="{FF2B5EF4-FFF2-40B4-BE49-F238E27FC236}">
                <a16:creationId xmlns:a16="http://schemas.microsoft.com/office/drawing/2014/main" id="{5B638C07-4DBE-454F-A990-7D627B2E990B}"/>
              </a:ext>
            </a:extLst>
          </p:cNvPr>
          <p:cNvSpPr txBox="1"/>
          <p:nvPr userDrawn="1"/>
        </p:nvSpPr>
        <p:spPr>
          <a:xfrm>
            <a:off x="5525245" y="6652260"/>
            <a:ext cx="1141510" cy="20574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IN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100613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5FC27-EAAA-4C0A-B520-62DCFA4EF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Testing on ppt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5E0F3-18DF-406D-B1FC-B82AAEB137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483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75 Bold</vt:lpstr>
      <vt:lpstr>Office Theme</vt:lpstr>
      <vt:lpstr>Testing on ppt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on ppt</dc:title>
  <dc:creator>BHARDWAJ Vijay OBS/OCB</dc:creator>
  <cp:lastModifiedBy>BHARDWAJ Vijay OBS/OCB</cp:lastModifiedBy>
  <cp:revision>1</cp:revision>
  <dcterms:created xsi:type="dcterms:W3CDTF">2022-03-11T02:09:38Z</dcterms:created>
  <dcterms:modified xsi:type="dcterms:W3CDTF">2022-03-11T02:09:56Z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c818a6-e1a0-4a6e-a969-20d857c5dc62_Enabled">
    <vt:lpwstr>true</vt:lpwstr>
  </property>
  <property fmtid="{D5CDD505-2E9C-101B-9397-08002B2CF9AE}" pid="3" name="MSIP_Label_e6c818a6-e1a0-4a6e-a969-20d857c5dc62_SetDate">
    <vt:lpwstr>2022-03-11T02:09:55Z</vt:lpwstr>
  </property>
  <property fmtid="{D5CDD505-2E9C-101B-9397-08002B2CF9AE}" pid="4" name="MSIP_Label_e6c818a6-e1a0-4a6e-a969-20d857c5dc62_Method">
    <vt:lpwstr>Standard</vt:lpwstr>
  </property>
  <property fmtid="{D5CDD505-2E9C-101B-9397-08002B2CF9AE}" pid="5" name="MSIP_Label_e6c818a6-e1a0-4a6e-a969-20d857c5dc62_Name">
    <vt:lpwstr>Orange_restricted_internal.2</vt:lpwstr>
  </property>
  <property fmtid="{D5CDD505-2E9C-101B-9397-08002B2CF9AE}" pid="6" name="MSIP_Label_e6c818a6-e1a0-4a6e-a969-20d857c5dc62_SiteId">
    <vt:lpwstr>90c7a20a-f34b-40bf-bc48-b9253b6f5d20</vt:lpwstr>
  </property>
  <property fmtid="{D5CDD505-2E9C-101B-9397-08002B2CF9AE}" pid="7" name="MSIP_Label_e6c818a6-e1a0-4a6e-a969-20d857c5dc62_ActionId">
    <vt:lpwstr>88b9d8e9-d020-4f8b-aaba-982a44c60bef</vt:lpwstr>
  </property>
  <property fmtid="{D5CDD505-2E9C-101B-9397-08002B2CF9AE}" pid="8" name="MSIP_Label_e6c818a6-e1a0-4a6e-a969-20d857c5dc62_ContentBits">
    <vt:lpwstr>2</vt:lpwstr>
  </property>
</Properties>
</file>